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8C8"/>
    <a:srgbClr val="E5DDBE"/>
    <a:srgbClr val="D9C6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42" d="100"/>
          <a:sy n="142" d="100"/>
        </p:scale>
        <p:origin x="-5792" y="-6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026A0-43CA-85D3-3E58-5ED9D56A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15BDF-B1CE-7181-F287-C9DFB595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7F81E-9709-6D86-FA2E-240077FAD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7B48F-C5EE-44EC-78DA-E0ACCBB7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86EDC-FB7F-648B-FF87-E6FA8E11F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141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B886A-2E92-0D21-BFE8-83C55F33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71728-D6DE-D651-AA76-01D725E20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3A035-AE25-309A-DD4D-3D1D342BA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4FE09-C333-D3CA-07B3-F7D0702F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E38EC-302E-E8B3-80FB-81918EBA1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087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A6C9-DE5D-16F0-5AF6-4EDD3DF0C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92E4A-0884-16FB-E18D-A8FCDAD39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D8B2E-F56F-97B9-940D-AB70F4A8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0ED3C-ACC1-56A5-BDD9-79F58837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E8C07-779F-BF4B-870B-05F9EAD9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7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A82C-CB0D-AF5F-80D6-4696C00F6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A3563-55BC-DA03-1657-0C9F50609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1FDB6-AC9C-3EF2-86D6-1F5BCC905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33E31-6A01-35E2-94EA-A979D6AB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79DB9-DCEB-3C17-D525-2A0FC0D91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976E2-AD1F-4106-9D50-6F2D4F75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14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7BCA-0A67-2099-1632-17ED682CF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B37A3-CBAB-09F2-9B62-0F183E3F3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67ACA-A463-7E4E-582A-353FA8E7D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F6CCEF-EB99-204A-65F8-58A60473F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D945C-D473-1680-5D28-5F82C4F61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414B97-16E0-6CEA-949A-DACF4E9CF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EDC012-C478-D772-897A-DC09BD72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5C4A42-A8AE-FF3F-8C53-F73F3B855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9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49447-7D92-5164-4350-8188D2DE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B4BAB-B8B2-9884-87EB-6BB2A3AAA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4B17B-8132-EFEF-DCFA-E035470E1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A3DA4D-E1C9-FB10-E89A-E673ABEA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0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249AE-9770-9929-2840-48708823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FE9DD-4EB7-B778-2255-BD39B4D1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2F826-2F41-65B7-9820-5BAE5593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300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CD0D4-A9E3-EF62-4425-08FD9C13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F42EC-56B0-0AA9-D2B8-DB2548980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F119D-E93B-F56D-802A-9EB3E289D2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737E5-C36D-C811-401C-0CCB01DB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936A4-FF9D-C5FA-8457-F6AF847B6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0332B-A6D4-5A66-7101-E3D55CD2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11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82122-771C-776D-C26F-97455BFD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94CD8C-901B-5567-1973-610AD9A73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40C2A-2472-8CB6-5318-64FC5D759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374E9-8927-A999-C5ED-1C3110BE1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BF02E-EE56-F930-A04C-BBE2EE2F1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5497F-897A-3CA4-10DF-38A06154C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0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DC64A-A3E5-5A0D-DB7B-440B81DA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A3672-10C5-95CF-513C-F4A9772A5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3E9C-D96C-CEC4-1C06-E1402E82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34F1-1DD2-9B37-CBF9-D46C6E05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7C289-6D26-B603-62C2-4102E97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03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C446A0-7D35-407D-BE3F-83AF2BB2F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49DEF-B40D-9904-720E-2C7C8BB5E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4D36E-1941-02EC-3C5D-DB71339D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B8184-0E1E-8E8A-5E47-AA20CC7CA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DC15D-FDA5-9718-E2F0-EAE2CF42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9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A5EEF6-2202-7E29-C613-8D5F25C2B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2B899-0072-8239-D89B-2EB5C1167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15CFC-B571-E6FD-9A66-0CBF594A4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8A504-6115-5942-8F1C-6BCCF6934F93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56D2A-C6EB-97AB-B34A-58720A6DC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87200-F67D-7A06-36AF-8B5DA943B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C0D22D-E471-E649-A579-FF415CAED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4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DA88B7-EE50-C51B-2134-3F8095061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64" b="17398"/>
          <a:stretch>
            <a:fillRect/>
          </a:stretch>
        </p:blipFill>
        <p:spPr>
          <a:xfrm>
            <a:off x="2375210" y="111420"/>
            <a:ext cx="7449014" cy="69070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80A6661-4803-1AF4-EB59-6879DD1C07E1}"/>
              </a:ext>
            </a:extLst>
          </p:cNvPr>
          <p:cNvSpPr/>
          <p:nvPr/>
        </p:nvSpPr>
        <p:spPr>
          <a:xfrm>
            <a:off x="7235634" y="5200624"/>
            <a:ext cx="143933" cy="148166"/>
          </a:xfrm>
          <a:prstGeom prst="rect">
            <a:avLst/>
          </a:prstGeom>
          <a:solidFill>
            <a:srgbClr val="F1E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1B2195-B2B0-2142-F700-1BDDDEFE9BB1}"/>
              </a:ext>
            </a:extLst>
          </p:cNvPr>
          <p:cNvSpPr txBox="1"/>
          <p:nvPr/>
        </p:nvSpPr>
        <p:spPr>
          <a:xfrm>
            <a:off x="7098858" y="5170061"/>
            <a:ext cx="4267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Na</a:t>
            </a:r>
            <a:r>
              <a:rPr lang="en-US" sz="700" dirty="0">
                <a:solidFill>
                  <a:srgbClr val="FF0000"/>
                </a:solidFill>
              </a:rPr>
              <a:t>O</a:t>
            </a:r>
            <a:r>
              <a:rPr lang="en-US" sz="7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51304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841E-B1C5-384B-67C6-C6BC5439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FCCBF0-D625-745A-8CEC-097AF1380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0160" b="16179"/>
          <a:stretch>
            <a:fillRect/>
          </a:stretch>
        </p:blipFill>
        <p:spPr>
          <a:xfrm>
            <a:off x="-7619999" y="-9807759"/>
            <a:ext cx="28389942" cy="274166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28E9D9-ECCC-63DC-5BCC-F34A7B5661CE}"/>
              </a:ext>
            </a:extLst>
          </p:cNvPr>
          <p:cNvSpPr/>
          <p:nvPr/>
        </p:nvSpPr>
        <p:spPr>
          <a:xfrm>
            <a:off x="10993874" y="10207811"/>
            <a:ext cx="376090" cy="392002"/>
          </a:xfrm>
          <a:prstGeom prst="rect">
            <a:avLst/>
          </a:prstGeom>
          <a:solidFill>
            <a:srgbClr val="F1E8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E2B25-02B1-3B03-F114-01683782C913}"/>
              </a:ext>
            </a:extLst>
          </p:cNvPr>
          <p:cNvSpPr txBox="1"/>
          <p:nvPr/>
        </p:nvSpPr>
        <p:spPr>
          <a:xfrm>
            <a:off x="10677109" y="10211066"/>
            <a:ext cx="101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Na</a:t>
            </a:r>
            <a:r>
              <a:rPr lang="en-US" sz="2400" dirty="0">
                <a:solidFill>
                  <a:srgbClr val="FF0000"/>
                </a:solidFill>
              </a:rPr>
              <a:t>O</a:t>
            </a:r>
            <a:r>
              <a:rPr lang="en-US" sz="2400" dirty="0"/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089802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Zahoranszky-Kohalmi, Gergely (NIH/NCATS) [E]</dc:creator>
  <cp:lastModifiedBy>Zahoranszky-Kohalmi, Gergely (NIH/NCATS) [E]</cp:lastModifiedBy>
  <cp:revision>4</cp:revision>
  <dcterms:created xsi:type="dcterms:W3CDTF">2026-05-21T18:33:22Z</dcterms:created>
  <dcterms:modified xsi:type="dcterms:W3CDTF">2026-05-21T20:43:41Z</dcterms:modified>
</cp:coreProperties>
</file>